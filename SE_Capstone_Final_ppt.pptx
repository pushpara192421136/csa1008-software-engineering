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8" r:id="rId4"/>
    <p:sldId id="261" r:id="rId5"/>
    <p:sldId id="270" r:id="rId6"/>
    <p:sldId id="271" r:id="rId7"/>
    <p:sldId id="272" r:id="rId8"/>
    <p:sldId id="277" r:id="rId9"/>
    <p:sldId id="273" r:id="rId10"/>
    <p:sldId id="274" r:id="rId11"/>
    <p:sldId id="275" r:id="rId12"/>
    <p:sldId id="282" r:id="rId13"/>
    <p:sldId id="283" r:id="rId14"/>
    <p:sldId id="278" r:id="rId15"/>
    <p:sldId id="279" r:id="rId16"/>
    <p:sldId id="280" r:id="rId17"/>
    <p:sldId id="281" r:id="rId18"/>
    <p:sldId id="276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215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076325" y="3338830"/>
            <a:ext cx="10441940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CSA1008- Software Engineering 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7420687" y="4564838"/>
            <a:ext cx="4436033" cy="174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</a:p>
          <a:p>
            <a:pPr marL="0" indent="0" algn="l">
              <a:spcBef>
                <a:spcPts val="0"/>
              </a:spcBef>
              <a:buClr>
                <a:srgbClr val="0C0C0C"/>
              </a:buClr>
              <a:buSzPts val="2600"/>
            </a:pPr>
            <a:endParaRPr lang="en-US" sz="18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5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GONUGUNTA AJAY KUMAR (192372300)</a:t>
            </a:r>
          </a:p>
          <a:p>
            <a:pPr marL="0" lvl="0" indent="0" algn="just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6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MOHAN KRISHNA BALAJI</a:t>
            </a:r>
            <a:r>
              <a:rPr lang="en-US" sz="15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(192324221)</a:t>
            </a:r>
          </a:p>
          <a:p>
            <a:pPr marL="0" lvl="0" indent="0" algn="l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5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JAGAN G (192421039)</a:t>
            </a:r>
          </a:p>
          <a:p>
            <a:pPr marL="0" lvl="0" indent="0" algn="l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5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PUSHPARAJ B (192421136)</a:t>
            </a:r>
          </a:p>
          <a:p>
            <a:pPr marL="0" lvl="0" indent="0" algn="l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5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PRIYAN A (192421181)</a:t>
            </a:r>
            <a:endParaRPr lang="en-US" sz="1500" dirty="0"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4331" y="4967678"/>
            <a:ext cx="301400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br>
              <a:rPr lang="en-US" sz="22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K. SHARMILI</a:t>
            </a:r>
            <a:endParaRPr sz="32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373187" y="2551289"/>
            <a:ext cx="9848215" cy="128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32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Exam Seating System: Intelligent Seat Allocation to Prevent Same-Branch Clustering</a:t>
            </a:r>
            <a:endParaRPr sz="26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Capstone project presentation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1743958" y="274638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501785" y="1842744"/>
            <a:ext cx="11424745" cy="4088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seating is an important part of academic evaluation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seating helps to maintain fairness in exams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seating arrangement is still followed in many colleges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methods take more time and effort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Same-branch students may sit close to each other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increase the chance of copying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helps to improve accuracy and transparency</a:t>
            </a:r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6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09600" y="1864853"/>
            <a:ext cx="11424920" cy="416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system for exam seating arrangement 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should reduce manual work and save preparation time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prevent same-branch students from sitting in adjacent seats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reducing copying and other unfair practices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time during examination preparation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seating arrangement automatically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exam discipline</a:t>
            </a:r>
          </a:p>
          <a:p>
            <a:pPr indent="-4572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609599" y="1600201"/>
            <a:ext cx="1142474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exam seating does not follow any strict rules for branch separation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students from the same branch may be seated close to each other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seating for a large number of students becomes difficult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methods increase confusion and mistakes during allocation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involvement in every step increases the possibility of errors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Last-minute changes make the process even more complicated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intelligent system to ensure fair and balanced seating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better automated solution is required</a:t>
            </a:r>
          </a:p>
        </p:txBody>
      </p:sp>
      <p:sp>
        <p:nvSpPr>
          <p:cNvPr id="149" name="Google Shape;149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EEA</a:t>
            </a:r>
            <a:r>
              <a:rPr lang="en-IN" altLang="en-US" dirty="0"/>
              <a:t>0125</a:t>
            </a: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4</a:t>
            </a:r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6435-4F03-A1BB-81F8-2539EEDE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BFD18-A578-AFDA-A259-819E0A68F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mainly on random seat allocation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store student details in databases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do not consider branch separation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checking is still required in many cases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logic is not used in seat allocation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level is limited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scope for improvement in exam seating systems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C0D9A-2D91-ADE4-A7E0-1516B57C2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5</a:t>
            </a:r>
          </a:p>
        </p:txBody>
      </p:sp>
      <p:pic>
        <p:nvPicPr>
          <p:cNvPr id="5" name="Google Shape;115;p15">
            <a:extLst>
              <a:ext uri="{FF2B5EF4-FFF2-40B4-BE49-F238E27FC236}">
                <a16:creationId xmlns:a16="http://schemas.microsoft.com/office/drawing/2014/main" id="{5C903BF4-1CF8-4C10-BF8E-8CC0750EFD8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15">
            <a:extLst>
              <a:ext uri="{FF2B5EF4-FFF2-40B4-BE49-F238E27FC236}">
                <a16:creationId xmlns:a16="http://schemas.microsoft.com/office/drawing/2014/main" id="{CECF8309-A53B-743D-DC2B-6753B50B3B4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7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EDC2-14D5-D2C9-06EC-27902970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B4564-CA91-95FB-B3E8-985BAD572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to prevent same-branch clustering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seat allocation algorithms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handling of large student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intervention is still needed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automation in report generation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not scalable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smarter seating solution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EDC9D-695F-6C20-6E02-B45596FAC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6</a:t>
            </a:r>
          </a:p>
        </p:txBody>
      </p:sp>
      <p:pic>
        <p:nvPicPr>
          <p:cNvPr id="5" name="Google Shape;115;p15">
            <a:extLst>
              <a:ext uri="{FF2B5EF4-FFF2-40B4-BE49-F238E27FC236}">
                <a16:creationId xmlns:a16="http://schemas.microsoft.com/office/drawing/2014/main" id="{D19E9F10-3FFA-39AA-59CD-599B6F85014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15">
            <a:extLst>
              <a:ext uri="{FF2B5EF4-FFF2-40B4-BE49-F238E27FC236}">
                <a16:creationId xmlns:a16="http://schemas.microsoft.com/office/drawing/2014/main" id="{4A390D78-A5B7-DE44-EDDA-58304E71853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22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FA6C-82B8-B660-C086-F09B3AC97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291568"/>
            <a:ext cx="10972800" cy="11430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Framework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3C2D-BBD9-4ACF-BC12-CCAF9012B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7</a:t>
            </a:r>
          </a:p>
        </p:txBody>
      </p:sp>
      <p:pic>
        <p:nvPicPr>
          <p:cNvPr id="5" name="Google Shape;115;p15">
            <a:extLst>
              <a:ext uri="{FF2B5EF4-FFF2-40B4-BE49-F238E27FC236}">
                <a16:creationId xmlns:a16="http://schemas.microsoft.com/office/drawing/2014/main" id="{8923B46C-83CD-7DBE-54B4-FB80DFFE0F6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15">
            <a:extLst>
              <a:ext uri="{FF2B5EF4-FFF2-40B4-BE49-F238E27FC236}">
                <a16:creationId xmlns:a16="http://schemas.microsoft.com/office/drawing/2014/main" id="{325C7AC1-805C-6B3C-A6B4-42F4B9E1EFB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4230E07-506A-B556-BC89-70A4CC153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97233"/>
            <a:ext cx="9288379" cy="41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 like register number and branch are collected.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a centralized database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information is used as a key constraint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allocation logic is applied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Seats are assigned in a systematic manner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Adjacent seats are checked for branch conflict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seating plan is generated as output</a:t>
            </a:r>
          </a:p>
        </p:txBody>
      </p:sp>
    </p:spTree>
    <p:extLst>
      <p:ext uri="{BB962C8B-B14F-4D97-AF65-F5344CB8AC3E}">
        <p14:creationId xmlns:p14="http://schemas.microsoft.com/office/powerpoint/2010/main" val="241504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6C08-C0FC-A559-AD4D-BA3D6A50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ARCHITECETURE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1CA72-559F-F4FC-4A22-00BD362F5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8CA05-8B9E-7EF7-1BD2-B1A4DB9263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8</a:t>
            </a:r>
          </a:p>
        </p:txBody>
      </p:sp>
      <p:pic>
        <p:nvPicPr>
          <p:cNvPr id="5" name="Google Shape;115;p15">
            <a:extLst>
              <a:ext uri="{FF2B5EF4-FFF2-40B4-BE49-F238E27FC236}">
                <a16:creationId xmlns:a16="http://schemas.microsoft.com/office/drawing/2014/main" id="{BBC08644-BD79-EF93-9218-F36F153AC13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15">
            <a:extLst>
              <a:ext uri="{FF2B5EF4-FFF2-40B4-BE49-F238E27FC236}">
                <a16:creationId xmlns:a16="http://schemas.microsoft.com/office/drawing/2014/main" id="{8AC141A6-8F64-EFED-2496-5208194A3F7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BB7789-FB53-C5B9-7FF6-12141C8E9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5" y="1600202"/>
            <a:ext cx="11179278" cy="48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5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7C43-DC28-D31F-4AFF-378376A0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505" y="315559"/>
            <a:ext cx="8449495" cy="1634373"/>
          </a:xfrm>
        </p:spPr>
        <p:txBody>
          <a:bodyPr>
            <a:normAutofit fontScale="90000"/>
          </a:bodyPr>
          <a:lstStyle/>
          <a:p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ODULE</a:t>
            </a:r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200" b="1" dirty="0"/>
              <a:t>  </a:t>
            </a:r>
            <a:r>
              <a:rPr lang="en-IN" sz="3600" b="1" dirty="0"/>
              <a:t>STUDENT INFORMATION MANAGEMENT SYSTEM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CF301-D2C4-C06B-75BE-D590C671E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560" y="2012950"/>
            <a:ext cx="5252720" cy="4525963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student details such as Register Number, Name, and Branch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information in a centralized database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adding, editing, and deleting records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bulk upload through Excel/CSV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accurate data for seat allocation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2F609-15DB-1671-2884-63F9DDFE33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9</a:t>
            </a:r>
          </a:p>
        </p:txBody>
      </p:sp>
      <p:pic>
        <p:nvPicPr>
          <p:cNvPr id="5" name="Google Shape;151;p18">
            <a:extLst>
              <a:ext uri="{FF2B5EF4-FFF2-40B4-BE49-F238E27FC236}">
                <a16:creationId xmlns:a16="http://schemas.microsoft.com/office/drawing/2014/main" id="{5E478E78-F2F5-3350-9994-601A8531D4D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2;p18">
            <a:extLst>
              <a:ext uri="{FF2B5EF4-FFF2-40B4-BE49-F238E27FC236}">
                <a16:creationId xmlns:a16="http://schemas.microsoft.com/office/drawing/2014/main" id="{380B7318-823B-C1B6-0109-2A796C700AB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FD350-13CE-7806-F365-497C7873E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941" y="2454123"/>
            <a:ext cx="6391318" cy="298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9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E6D-D3F7-1CCC-290F-AD8EF088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641" y="342108"/>
            <a:ext cx="6901417" cy="1143000"/>
          </a:xfrm>
        </p:spPr>
        <p:txBody>
          <a:bodyPr>
            <a:noAutofit/>
          </a:bodyPr>
          <a:lstStyle/>
          <a:p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2-Automated Examination Seat Allocation System</a:t>
            </a:r>
            <a:b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8560F-1C76-ACDA-E04C-B0348E6E1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30388"/>
            <a:ext cx="5161280" cy="45259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assigns seats to students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branch as a constraint during allocation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same-branch students from sitting in adjacent seats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Distributes students evenly across exam halls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allocation errors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11B7D-E414-8FCC-24CB-F2B52380A6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10</a:t>
            </a:r>
          </a:p>
        </p:txBody>
      </p:sp>
      <p:pic>
        <p:nvPicPr>
          <p:cNvPr id="5" name="Google Shape;151;p18">
            <a:extLst>
              <a:ext uri="{FF2B5EF4-FFF2-40B4-BE49-F238E27FC236}">
                <a16:creationId xmlns:a16="http://schemas.microsoft.com/office/drawing/2014/main" id="{D7605AD5-3143-15BF-26C7-0E7C37AC232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2;p18">
            <a:extLst>
              <a:ext uri="{FF2B5EF4-FFF2-40B4-BE49-F238E27FC236}">
                <a16:creationId xmlns:a16="http://schemas.microsoft.com/office/drawing/2014/main" id="{B6D6116A-1905-4D48-5615-B6BC1C8FC83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7EC38A-00A2-5CDB-9FE8-EE855E237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808" y="1879790"/>
            <a:ext cx="6541840" cy="32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6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DC09-10A9-2930-E591-03DDD693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467" y="227014"/>
            <a:ext cx="8137766" cy="1143000"/>
          </a:xfrm>
        </p:spPr>
        <p:txBody>
          <a:bodyPr>
            <a:normAutofit/>
          </a:bodyPr>
          <a:lstStyle/>
          <a:p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Report Generation and Export System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C707F-725D-C32F-4A05-1460815D4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510" y="2012950"/>
            <a:ext cx="4898330" cy="45259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hall-wise seating arrangement reports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student seat number and hall details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printable seating charts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reports in PDF or Excel format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quick search of student seat allocation</a:t>
            </a:r>
          </a:p>
          <a:p>
            <a:pPr marL="114300" indent="0">
              <a:lnSpc>
                <a:spcPct val="150000"/>
              </a:lnSpc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AD60-925B-B160-FF7B-8D27A5C33E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11</a:t>
            </a:r>
          </a:p>
        </p:txBody>
      </p:sp>
      <p:pic>
        <p:nvPicPr>
          <p:cNvPr id="5" name="Google Shape;151;p18">
            <a:extLst>
              <a:ext uri="{FF2B5EF4-FFF2-40B4-BE49-F238E27FC236}">
                <a16:creationId xmlns:a16="http://schemas.microsoft.com/office/drawing/2014/main" id="{93A3B0A9-E7C7-B525-B2DA-F90E17FAB96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2;p18">
            <a:extLst>
              <a:ext uri="{FF2B5EF4-FFF2-40B4-BE49-F238E27FC236}">
                <a16:creationId xmlns:a16="http://schemas.microsoft.com/office/drawing/2014/main" id="{A8A3C661-6F2A-1C5A-16CE-1B50E3E09E1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12BEE1-BABC-032A-54D6-83700A4B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072" y="2031017"/>
            <a:ext cx="6786418" cy="32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24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750" y="391510"/>
            <a:ext cx="9093200" cy="1143000"/>
          </a:xfrm>
        </p:spPr>
        <p:txBody>
          <a:bodyPr>
            <a:no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ADMIN &amp; EXAM MANAGEMENT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" y="2140411"/>
            <a:ext cx="4785360" cy="4525963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Times New Roman"/>
              </a:rPr>
              <a:t>Allows authorized staff to manage examination details</a:t>
            </a:r>
          </a:p>
          <a:p>
            <a:pPr algn="just"/>
            <a:r>
              <a:rPr sz="2000" dirty="0">
                <a:latin typeface="Times New Roman"/>
              </a:rPr>
              <a:t>Creates and updates exam schedules, halls, and seating capacity</a:t>
            </a:r>
          </a:p>
          <a:p>
            <a:pPr algn="just"/>
            <a:r>
              <a:rPr sz="2000" dirty="0">
                <a:latin typeface="Times New Roman"/>
              </a:rPr>
              <a:t>Assigns students to the appropriate examination session</a:t>
            </a:r>
          </a:p>
          <a:p>
            <a:pPr algn="just"/>
            <a:r>
              <a:rPr sz="2000" dirty="0">
                <a:latin typeface="Times New Roman"/>
              </a:rPr>
              <a:t>Maintains centralized exam and hall information</a:t>
            </a:r>
          </a:p>
          <a:p>
            <a:pPr algn="just"/>
            <a:r>
              <a:rPr sz="2000" dirty="0">
                <a:latin typeface="Times New Roman"/>
              </a:rPr>
              <a:t>Reduces repeated manual data entry and administrative effort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</p:spPr>
      </p:pic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677C3-11ED-06F5-B606-E2D5AA8DA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757" y="2140411"/>
            <a:ext cx="6711286" cy="3150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196" y="391510"/>
            <a:ext cx="9356309" cy="1143000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SEAT VALIDATION &amp; CONFLICT DETECTION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2336800"/>
            <a:ext cx="5806476" cy="3606799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Times New Roman"/>
              </a:rPr>
              <a:t>Validates the generated seating plan before finalizing allocation</a:t>
            </a:r>
          </a:p>
          <a:p>
            <a:pPr algn="just"/>
            <a:r>
              <a:rPr sz="2000" dirty="0">
                <a:latin typeface="Times New Roman"/>
              </a:rPr>
              <a:t>Checks adjacent seats for same-branch conflicts</a:t>
            </a:r>
          </a:p>
          <a:p>
            <a:pPr algn="just"/>
            <a:r>
              <a:rPr sz="2000" dirty="0">
                <a:latin typeface="Times New Roman"/>
              </a:rPr>
              <a:t>Detects duplicate or missing student seat assignments</a:t>
            </a:r>
          </a:p>
          <a:p>
            <a:pPr algn="just"/>
            <a:r>
              <a:rPr sz="2000" dirty="0">
                <a:latin typeface="Times New Roman"/>
              </a:rPr>
              <a:t>Flags allocation conflicts for correction</a:t>
            </a:r>
          </a:p>
          <a:p>
            <a:pPr algn="just"/>
            <a:r>
              <a:rPr sz="2000" dirty="0">
                <a:latin typeface="Times New Roman"/>
              </a:rPr>
              <a:t>Ensures the final seating plan is accurate, balanced, and ready for 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</p:spPr>
      </p:pic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D151B-71AE-2AE0-D147-2BAFD461B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75" y="1534510"/>
            <a:ext cx="6028173" cy="4691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9076-8B46-38C9-0623-6C061DF6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9256B-6184-1A56-A779-187FC974CA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14</a:t>
            </a:r>
          </a:p>
        </p:txBody>
      </p:sp>
      <p:pic>
        <p:nvPicPr>
          <p:cNvPr id="6" name="Google Shape;151;p18">
            <a:extLst>
              <a:ext uri="{FF2B5EF4-FFF2-40B4-BE49-F238E27FC236}">
                <a16:creationId xmlns:a16="http://schemas.microsoft.com/office/drawing/2014/main" id="{BD462FA6-FA5C-D7A6-E482-9158A3C35B6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2;p18">
            <a:extLst>
              <a:ext uri="{FF2B5EF4-FFF2-40B4-BE49-F238E27FC236}">
                <a16:creationId xmlns:a16="http://schemas.microsoft.com/office/drawing/2014/main" id="{2DB8446D-7B83-4DFF-0A44-0B265048765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E0CD3F-EFA1-248C-ACBF-439105C19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686" y="1868811"/>
            <a:ext cx="8668627" cy="415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39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A493F-E9CE-F366-DC87-3F50475286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15</a:t>
            </a:r>
          </a:p>
        </p:txBody>
      </p:sp>
      <p:pic>
        <p:nvPicPr>
          <p:cNvPr id="5" name="Google Shape;151;p18">
            <a:extLst>
              <a:ext uri="{FF2B5EF4-FFF2-40B4-BE49-F238E27FC236}">
                <a16:creationId xmlns:a16="http://schemas.microsoft.com/office/drawing/2014/main" id="{B6D17F25-0EBB-2B67-9D95-D6D0E039793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2;p18">
            <a:extLst>
              <a:ext uri="{FF2B5EF4-FFF2-40B4-BE49-F238E27FC236}">
                <a16:creationId xmlns:a16="http://schemas.microsoft.com/office/drawing/2014/main" id="{728EAEB3-4811-2431-9C00-CCA74B648EC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5C36B-9FD9-15B2-AC53-4F869770D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973" y="1986117"/>
            <a:ext cx="6079254" cy="4370234"/>
          </a:xfrm>
          <a:prstGeom prst="rect">
            <a:avLst/>
          </a:prstGeom>
        </p:spPr>
      </p:pic>
      <p:pic>
        <p:nvPicPr>
          <p:cNvPr id="9" name="Content Placeholder 4" descr="A screenshot of a exam&#10;&#10;AI-generated content may be incorrect.">
            <a:extLst>
              <a:ext uri="{FF2B5EF4-FFF2-40B4-BE49-F238E27FC236}">
                <a16:creationId xmlns:a16="http://schemas.microsoft.com/office/drawing/2014/main" id="{CB211FCB-0D03-4CB0-8023-945DA9EA7BC0}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88" y="1897626"/>
            <a:ext cx="5034224" cy="437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27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4DD22-1783-BC35-CDF6-B501D58095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16</a:t>
            </a:r>
          </a:p>
        </p:txBody>
      </p:sp>
      <p:pic>
        <p:nvPicPr>
          <p:cNvPr id="5" name="Google Shape;151;p18">
            <a:extLst>
              <a:ext uri="{FF2B5EF4-FFF2-40B4-BE49-F238E27FC236}">
                <a16:creationId xmlns:a16="http://schemas.microsoft.com/office/drawing/2014/main" id="{31F5EE08-2383-7BDE-285D-870DD8C8C7A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2;p18">
            <a:extLst>
              <a:ext uri="{FF2B5EF4-FFF2-40B4-BE49-F238E27FC236}">
                <a16:creationId xmlns:a16="http://schemas.microsoft.com/office/drawing/2014/main" id="{AB82CEEF-F43E-C4AA-FE5A-CF0578D8170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1B0769-E7AC-3176-CE7C-2BB8AE3714CB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52" y="1700981"/>
            <a:ext cx="5285433" cy="46553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7B5172-7E5F-2210-A689-1B216A0477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5685"/>
            <a:ext cx="5810865" cy="474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21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CE52-7583-A04B-DBC6-6A49C374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A4AB7-19CF-5140-F7D3-A9F200C5D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CB808-786F-384F-6BF4-A931166E1BF5}"/>
              </a:ext>
            </a:extLst>
          </p:cNvPr>
          <p:cNvSpPr txBox="1"/>
          <p:nvPr/>
        </p:nvSpPr>
        <p:spPr>
          <a:xfrm>
            <a:off x="422787" y="1719870"/>
            <a:ext cx="11346426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&amp; Fetch Data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student details (registration number, name, branch, exam type, etc.) from the MySQL database or imported CSV file.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Shuffle &amp; Branch Check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Randomly shuffle the student list and verify that no two consecutive students belong to the same branch.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any repetition occurs, reshuffle or swap positions.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Room and Seat Allocation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 students sequentially to rooms (10 per room) and generate room numbers, block names, and seat numbers.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&amp; Export Seating Plan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the final seating plan on the web page and allow export to CSV or print options for exam use.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15;p15">
            <a:extLst>
              <a:ext uri="{FF2B5EF4-FFF2-40B4-BE49-F238E27FC236}">
                <a16:creationId xmlns:a16="http://schemas.microsoft.com/office/drawing/2014/main" id="{8F68097E-F280-D873-432C-434D5B1B679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6;p15">
            <a:extLst>
              <a:ext uri="{FF2B5EF4-FFF2-40B4-BE49-F238E27FC236}">
                <a16:creationId xmlns:a16="http://schemas.microsoft.com/office/drawing/2014/main" id="{1BBE94BB-F31F-62A7-EFA2-FB1FB969198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1611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9427-9F14-CFDC-412B-FAAA3B4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23E8-ECE7-0CB8-02BF-A789407A72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17</a:t>
            </a:r>
          </a:p>
        </p:txBody>
      </p:sp>
      <p:pic>
        <p:nvPicPr>
          <p:cNvPr id="5" name="Google Shape;115;p15">
            <a:extLst>
              <a:ext uri="{FF2B5EF4-FFF2-40B4-BE49-F238E27FC236}">
                <a16:creationId xmlns:a16="http://schemas.microsoft.com/office/drawing/2014/main" id="{756D75FA-EFA3-4E8D-B675-EE2E8DBCFD3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15">
            <a:extLst>
              <a:ext uri="{FF2B5EF4-FFF2-40B4-BE49-F238E27FC236}">
                <a16:creationId xmlns:a16="http://schemas.microsoft.com/office/drawing/2014/main" id="{9E97507D-B261-9AA4-7BE9-8FCC18EA947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48382FD-38BE-4A4E-D0FF-5FECE0E66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016523"/>
            <a:ext cx="87543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assigns seats to students without manual work.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Keeps students from the same branch seated separately.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cheating chances during exams.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 for staff.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Minimizes human errors in seating arrangement.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fair and well-organized exam environment.</a:t>
            </a:r>
          </a:p>
        </p:txBody>
      </p:sp>
    </p:spTree>
    <p:extLst>
      <p:ext uri="{BB962C8B-B14F-4D97-AF65-F5344CB8AC3E}">
        <p14:creationId xmlns:p14="http://schemas.microsoft.com/office/powerpoint/2010/main" val="2616211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  <p:sp>
        <p:nvSpPr>
          <p:cNvPr id="217" name="Google Shape;217;p25"/>
          <p:cNvSpPr txBox="1">
            <a:spLocks noGrp="1"/>
          </p:cNvSpPr>
          <p:nvPr>
            <p:ph type="body" idx="1"/>
          </p:nvPr>
        </p:nvSpPr>
        <p:spPr>
          <a:xfrm>
            <a:off x="503872" y="1746811"/>
            <a:ext cx="11184255" cy="49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Kumar and R. Sharma, “Automated Examination Management System Using Database Technology,”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178, no. 7, pp. 12–16, 2019.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Singh,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A.Verma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Patel,“Smart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Seat Allocation System for Examination Using Automation,”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and Technology (IJERT)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,vol.9,no.6, pp. 845–849, 2020.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Johnson and L. Brown, “Design and Implementation of Automated Student Management Systems,”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112345–112353, 2020.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K. Gupta and N. Aggarwal, “Database-Driven Examination Hall Management System,”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Science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3, pp. 45–49, 2019.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Mehta and S. Patel, “Rule-Based Algorithms for Resource Allocation in Educational Systems,”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Smart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210–215, 2021.</a:t>
            </a:r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89" y="40424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100297" y="408442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EEA</a:t>
            </a:r>
            <a:r>
              <a:rPr lang="en-IN" altLang="en-US" dirty="0"/>
              <a:t>0125</a:t>
            </a:r>
          </a:p>
        </p:txBody>
      </p:sp>
      <p:sp>
        <p:nvSpPr>
          <p:cNvPr id="221" name="Google Shape;221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EEA</a:t>
            </a:r>
            <a:r>
              <a:rPr lang="en-IN" altLang="en-US" dirty="0"/>
              <a:t>0125</a:t>
            </a:r>
          </a:p>
        </p:txBody>
      </p:sp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20</a:t>
            </a:r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96257" y="162226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1019</Words>
  <Application>Microsoft Office PowerPoint</Application>
  <PresentationFormat>Widescreen</PresentationFormat>
  <Paragraphs>136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CSA1008- Software Engineering </vt:lpstr>
      <vt:lpstr>INTRODUCTION</vt:lpstr>
      <vt:lpstr>OBJECTIVES</vt:lpstr>
      <vt:lpstr>PROBLEM STATEMENT</vt:lpstr>
      <vt:lpstr>Literature Review Overview</vt:lpstr>
      <vt:lpstr>Identified Research Gaps</vt:lpstr>
      <vt:lpstr>Proposed System / Framework Architecture</vt:lpstr>
      <vt:lpstr>SYSTEM ARCHITECETURE</vt:lpstr>
      <vt:lpstr>MODULE 1 :  STUDENT INFORMATION MANAGEMENT SYSTEM </vt:lpstr>
      <vt:lpstr>MODULE 2-Automated Examination Seat Allocation System </vt:lpstr>
      <vt:lpstr>MODULE 3: Report Generation and Export System</vt:lpstr>
      <vt:lpstr>MODULE 4: ADMIN &amp; EXAM MANAGEMENT SYSTEM</vt:lpstr>
      <vt:lpstr>MODULE 5: SEAT VALIDATION &amp; CONFLICT DETECTION SYSTEM</vt:lpstr>
      <vt:lpstr>RESULTS</vt:lpstr>
      <vt:lpstr>PowerPoint Presentation</vt:lpstr>
      <vt:lpstr>PowerPoint Presentation</vt:lpstr>
      <vt:lpstr>FUTURE ENHANCEMENT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 HARSHITHA NASINA</dc:creator>
  <cp:lastModifiedBy>pushbasker@outlook.com</cp:lastModifiedBy>
  <cp:revision>33</cp:revision>
  <dcterms:created xsi:type="dcterms:W3CDTF">2026-01-07T16:02:00Z</dcterms:created>
  <dcterms:modified xsi:type="dcterms:W3CDTF">2026-09-07T13:14:53Z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59C080FC8E1941F6BD4ECE9887E297A5_13</vt:lpwstr>
  </property>
  <property fmtid="{D5CDD505-2E9C-101B-9397-08002B2CF9AE}" pid="3" name="KSOProductBuildVer">
    <vt:lpwstr>2057-12.2.0.23196</vt:lpwstr>
  </property>
</Properties>
</file>